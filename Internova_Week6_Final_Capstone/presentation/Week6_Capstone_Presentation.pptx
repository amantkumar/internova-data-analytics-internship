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 6 Final Capstone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Sales Data Analytics &amp; Business Intelligence</a:t>
            </a:r>
          </a:p>
          <a:p>
            <a:r>
              <a:t>Tiwari Aman Dhananjay | Internova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 &amp;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Analyze 120 cleaned sales transactions from the Week 5 project.</a:t>
            </a:r>
          </a:p>
          <a:p>
            <a:pPr>
              <a:defRPr sz="2200"/>
            </a:pPr>
            <a:r>
              <a:t>Compare monthly, category, region, and customer-segment performance.</a:t>
            </a:r>
          </a:p>
          <a:p>
            <a:pPr>
              <a:defRPr sz="2200"/>
            </a:pPr>
            <a:r>
              <a:t>Source tables: Sales_Raw, Sales_Clean, Customers, Products.</a:t>
            </a:r>
          </a:p>
          <a:p>
            <a:pPr>
              <a:defRPr sz="2200"/>
            </a:pPr>
            <a:r>
              <a:t>Cleaning: remove duplicate Sale_ID; recover missing values where supported by Sales_Amount.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Python, Pandas, NumPy, Matplotlib for EDA and charts.</a:t>
            </a:r>
          </a:p>
          <a:p>
            <a:pPr>
              <a:defRPr sz="2200"/>
            </a:pPr>
            <a:r>
              <a:t>Power BI Desktop, Power Query, DAX for interactive reporting.</a:t>
            </a:r>
          </a:p>
          <a:p>
            <a:pPr>
              <a:defRPr sz="2200"/>
            </a:pPr>
            <a:r>
              <a:t>Git/GitHub for version control and documentation.</a:t>
            </a:r>
          </a:p>
          <a:p>
            <a:pPr>
              <a:defRPr sz="2200"/>
            </a:pPr>
            <a:r>
              <a:t>Six charts and reproducible outputs are included in the repository.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cleaned dataset contains 120 transactions and total sales of ₹9,534,180.</a:t>
            </a:r>
          </a:p>
          <a:p>
            <a:pPr>
              <a:defRPr sz="2200"/>
            </a:pPr>
            <a:r>
              <a:t>Average transaction value is ₹79,451.50; the highest transaction is ₹432,250 (S0032) and the lowest is ₹1,080 (S0086).</a:t>
            </a:r>
          </a:p>
          <a:p>
            <a:pPr>
              <a:defRPr sz="2200"/>
            </a:pPr>
            <a:r>
              <a:t>Computers is the top sales category at ₹5,371,450.</a:t>
            </a:r>
          </a:p>
          <a:p>
            <a:pPr>
              <a:defRPr sz="2200"/>
            </a:pPr>
            <a:r>
              <a:t>East is the leading region at ₹5,490,620.</a:t>
            </a:r>
          </a:p>
          <a:p>
            <a:pPr>
              <a:defRPr sz="2200"/>
            </a:pPr>
            <a:r>
              <a:t>Corporate is the largest customer segment by sales at ₹4,168,450.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Maintain inventory availability for leading categories and regions.</a:t>
            </a:r>
          </a:p>
          <a:p>
            <a:pPr>
              <a:defRPr sz="2200"/>
            </a:pPr>
            <a:r>
              <a:t>Test focused promotions or bundles in weaker areas and compare to baseline.</a:t>
            </a:r>
          </a:p>
          <a:p>
            <a:pPr>
              <a:defRPr sz="2200"/>
            </a:pPr>
            <a:r>
              <a:t>Track discounts alongside sales to avoid equating revenue with profit.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Week 5 Power BI Dashboard</a:t>
            </a:r>
          </a:p>
        </p:txBody>
      </p:sp>
      <p:pic>
        <p:nvPicPr>
          <p:cNvPr id="3" name="Picture 2" descr="Week5_PowerBI_Dashboard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63265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Submission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Week 6 continues the real Week 5 sales project.</a:t>
            </a:r>
          </a:p>
          <a:p>
            <a:pPr>
              <a:defRPr sz="2200"/>
            </a:pPr>
            <a:r>
              <a:t>Review report, outputs, and six visualizations before submission.</a:t>
            </a:r>
          </a:p>
          <a:p>
            <a:pPr>
              <a:defRPr sz="2200"/>
            </a:pPr>
            <a:r>
              <a:t>Save a separate Week 6 PBIX if you make changes.</a:t>
            </a:r>
          </a:p>
          <a:p>
            <a:pPr>
              <a:defRPr sz="2200"/>
            </a:pPr>
            <a:r>
              <a:t>Complete at least three meaningful Git commits and verify GitHub.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